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gtree-bold.fntdata"/><Relationship Id="rId14" Type="http://schemas.openxmlformats.org/officeDocument/2006/relationships/font" Target="fonts/Figtree-regular.fntdata"/><Relationship Id="rId17" Type="http://schemas.openxmlformats.org/officeDocument/2006/relationships/font" Target="fonts/Figtree-boldItalic.fntdata"/><Relationship Id="rId16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ET AutoTech Hackathon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2026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Theme</a:t>
            </a:r>
            <a:b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Team Name</a:t>
            </a:r>
            <a:b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Team Members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Theme Chosen - Brief Summary &amp; Proposed Solution/Idea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Also, mention if it is a new solution or improvement to some existing solution.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IMPACT OF PROPOSED SOLUTION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Mention about the impact, scalability and </a:t>
            </a: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feasibility</a:t>
            </a: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of the </a:t>
            </a: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solution</a:t>
            </a: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PROPOSED TECH STACK/ARCHITECTURE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16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Architecture Diagrams, Screenshots/Video Demo of Application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2338425"/>
            <a:ext cx="8520600" cy="22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You should share architecture diagrams to give clarity to your solution.</a:t>
            </a:r>
            <a:b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In case, you have done some work on the proposed idea, share the screenshots/ video demonstration. It is highly rewarded.</a:t>
            </a:r>
            <a:b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b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If the solution is hosted on Git, you can share the git url (make it accessible for us to judge).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your solution must be considered?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2474475"/>
            <a:ext cx="8520600" cy="20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Any Additional Information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